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MOORE'S FORECAST AND PEEL'S CORN, 1845-1846</a:t>
            </a:r>
          </a:p>
          <a:p>
            <a:r>
              <a:rPr sz="1100" b="0" i="1">
                <a:solidFill>
                  <a:srgbClr val="6B3A2A"/>
                </a:solidFill>
                <a:latin typeface="Palatino Linotype"/>
              </a:rPr>
              <a:t>Glasnevin, Dublin</a:t>
            </a:r>
          </a:p>
          <a:p>
            <a:r>
              <a:rPr sz="600" b="0" i="0">
                <a:solidFill>
                  <a:srgbClr val="2A2218"/>
                </a:solidFill>
                <a:latin typeface="Palatino Linotype"/>
              </a:rPr>
              <a:t/>
            </a:r>
          </a:p>
          <a:p>
            <a:pPr>
              <a:spcAft>
                <a:spcPts val="400"/>
              </a:spcAft>
            </a:pPr>
            <a:r>
              <a:rPr sz="850" b="0" i="0">
                <a:solidFill>
                  <a:srgbClr val="2A2218"/>
                </a:solidFill>
                <a:latin typeface="Palatino Linotype"/>
              </a:rPr>
              <a:t>On August 20, 1845, David Moore, curator of the Royal Dublin Society's Botanic Gardens at Glasnevin, noticed something wrong with the potato plants growing under his own care. He recognized it immediately for what it was, or close enough — a disease, not weather damage, not soil exhaustion — and he said so at once, predicting to colleagues that the coming failure of the crop would mean famine in Ireland. He was not a politician making a rhetorical point. He was a working botanist looking at leaves in his own garden, three weeks before the disease had spread far enough for most of the country to notice it at all.</a:t>
            </a:r>
          </a:p>
          <a:p>
            <a:pPr>
              <a:spcAft>
                <a:spcPts val="400"/>
              </a:spcAft>
            </a:pPr>
            <a:r>
              <a:rPr sz="850" b="0" i="0">
                <a:solidFill>
                  <a:srgbClr val="2A2218"/>
                </a:solidFill>
                <a:latin typeface="Palatino Linotype"/>
              </a:rPr>
              <a:t>Moore kept working the problem after that first observation. He corresponded with the English mycologist Miles Berkeley, sent specimens, and correctly identified the cause as a fungus rather than an atmospheric or electrical phenomenon — a genuine piece of scientific reasoning ahead of most of his contemporaries, some of whom blamed railway vapor, industrial smoke, or divine judgment on Irish moral failings. He came close to a cure and did not quite reach one; there was, in truth, no fungicide in 1845 capable of stopping Phytophthora infestans once it had taken a field, so "narrowly missing the remedy" meant coming closer than anyone else to a problem that had no full solution yet regardless. What Moore had, from the first week, was the diagnosis and the forecast. What he did not have was any office that made either one matter to the government deciding what to do next.</a:t>
            </a:r>
          </a:p>
          <a:p>
            <a:pPr>
              <a:spcAft>
                <a:spcPts val="400"/>
              </a:spcAft>
            </a:pPr>
            <a:r>
              <a:rPr sz="850" b="0" i="0">
                <a:solidFill>
                  <a:srgbClr val="2A2218"/>
                </a:solidFill>
                <a:latin typeface="Palatino Linotype"/>
              </a:rPr>
              <a:t>That government moved on its own clock. Robert Peel's cabinet appointed a Scientific Commission in October — Robert Kane and Lyon Playfair resident in the investigation, John Lindley visiting briefly from London — two months after Moore had already told anyone who would listen what was happening and what it would mean. The Commission reported on November 15 that roughly half the Irish potato crop had already been destroyed. A Relief Commission held its first meeting in Dublin five days later, on November 20. Between Moore's garden and a functioning relief apparatus in the capital sat exactly three months of the ordinary machinery of government proceeding at the ordinary pace of government, while the disease it was investigating did not wait for it.</a:t>
            </a:r>
          </a:p>
          <a:p>
            <a:pPr>
              <a:spcAft>
                <a:spcPts val="400"/>
              </a:spcAft>
            </a:pPr>
            <a:r>
              <a:rPr sz="850" b="0" i="0">
                <a:solidFill>
                  <a:srgbClr val="2A2218"/>
                </a:solidFill>
                <a:latin typeface="Palatino Linotype"/>
              </a:rPr>
              <a:t>Peel did not wait either, at least not publicly. In November 1845, without informing Parliament and reportedly without bringing his full cabinet into the decision beforehand, he arranged — through the merchant house Baring Brothers — the secret purchase of roughly £100,000 worth of American Indian corn, to be shipped to Ireland and sold at cost through the Relief Commission once it existed. The secrecy was itself the point: an announced government purchase on that scale would have driven grain prices up before a single sack reached an Irish port, and alarmed the private merchants whose ordinary trade the relief plan still depended on operating undisturbed. It was a quietly competent piece of crisis management. It was also, if looked at squarely, an admission that the market Peel's own party existed to defend could not simply be trusted, unassisted, with the thing it was being asked to do.</a:t>
            </a:r>
          </a:p>
          <a:p>
            <a:pPr>
              <a:spcAft>
                <a:spcPts val="400"/>
              </a:spcAft>
            </a:pPr>
            <a:r>
              <a:rPr sz="850" b="0" i="0">
                <a:solidFill>
                  <a:srgbClr val="2A2218"/>
                </a:solidFill>
                <a:latin typeface="Palatino Linotype"/>
              </a:rPr>
              <a:t>The corn purchase solved a supply problem. It did nothing about the deeper one, which was that Peel believed — correctly, in the narrow economic sense — that Ireland needed grain to be cheap, and grain could not be reliably cheap while the Corn Laws kept a protective tariff on imports for the benefit of British landowners, many of them the same rural gentry who made up his own party's base. In December 1845 he tried and failed to carry his cabinet on repeal, resigned as Prime Minister on December 11, watched Lord John Russell fail to assemble a Whig government in his place, and returned to office within weeks — now committed, by the shape of his own failed resignation, to forcing repeal through regardless of what it cost the Conservative Party that had put him there.</a:t>
            </a:r>
          </a:p>
          <a:p>
            <a:pPr>
              <a:spcAft>
                <a:spcPts val="400"/>
              </a:spcAft>
            </a:pPr>
            <a:r>
              <a:rPr sz="850" b="0" i="0">
                <a:solidFill>
                  <a:srgbClr val="2A2218"/>
                </a:solidFill>
                <a:latin typeface="Palatino Linotype"/>
              </a:rPr>
              <a:t>He forced it through over five months of parliamentary combat, much of it conducted by Benjamin Disraeli, who treated Peel's reversal as a betrayal of the landed interest in terms sharp enough that the two men's mutual contempt became one of the defining personal rivalries of the era. The bill passed the Commons on its third reading on May 15, 1846, and the House of Lords, persuaded by the Duke of Wellington that a government defeat on the issue would be worse than repeal itself, passed it the same night that a separate piece of Peel's own legislation — an Irish Coercion Bill, granting the authorities in Ireland emergency police powers — was voted down in the Commons by a combination of Whigs, Radicals, and the same protectionist Conservatives Peel had just spent the spring defeating on corn. It was not a coincidence in the ordinary sense. It was retaliation, timed to land in the same week as the larger victory it could not otherwise touch. Peel resigned as Prime Minister on June 29, 1846, ten months and nine days after David Moore first noticed something wrong with the potatoes at Glasnevin.</a:t>
            </a:r>
          </a:p>
          <a:p>
            <a:pPr>
              <a:spcAft>
                <a:spcPts val="400"/>
              </a:spcAft>
            </a:pPr>
            <a:r>
              <a:rPr sz="850" b="0" i="0">
                <a:solidFill>
                  <a:srgbClr val="2A2218"/>
                </a:solidFill>
                <a:latin typeface="Palatino Linotype"/>
              </a:rPr>
              <a:t>Moore stayed exactly where he had been the whole time, in the gardens at Glasnevin, publishing his continuing observations on the disease in the Irish Farmers' Gazette and the Gardeners' Chronicle through the following year, correct about the fungus, correct about the famine, holding no post that let either fact reach the men who would spend 1846 and 1847 deciding what Ireland was and was not owed. Peel, who had moved with more speed and more practical improvisation than either his own party or the economic orthodoxy of his era strictly required of him, left office having spent the whole of his remaining political capital on a change to a tariff schedule — genuinely necessary, and genuinely not the same thing as feeding anyone. The apparatus he had built in his final ten months — the secret corn purchase, the Relief Commission, the willingness to bend the rule when the rule was killing people — passed intact into the hands of Lord John Russell's incoming government, and into the hands of a Treasury official named Charles Trevelyan, who had a very different and very sincerely held idea of what that apparatus was for.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