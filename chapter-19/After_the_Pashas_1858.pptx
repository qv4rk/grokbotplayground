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AFTER THE PASHAS, 1858</a:t>
            </a:r>
          </a:p>
          <a:p>
            <a:r>
              <a:rPr sz="1100" b="0" i="1">
                <a:solidFill>
                  <a:srgbClr val="6B3A2A"/>
                </a:solidFill>
                <a:latin typeface="Palatino Linotype"/>
              </a:rPr>
              <a:t>Constantinople and Palestine</a:t>
            </a:r>
          </a:p>
          <a:p>
            <a:r>
              <a:rPr sz="600" b="0" i="0">
                <a:solidFill>
                  <a:srgbClr val="2A2218"/>
                </a:solidFill>
                <a:latin typeface="Palatino Linotype"/>
              </a:rPr>
              <a:t/>
            </a:r>
          </a:p>
          <a:p>
            <a:pPr>
              <a:spcAft>
                <a:spcPts val="400"/>
              </a:spcAft>
            </a:pPr>
            <a:r>
              <a:rPr sz="850" b="0" i="0">
                <a:solidFill>
                  <a:srgbClr val="2A2218"/>
                </a:solidFill>
                <a:latin typeface="Palatino Linotype"/>
              </a:rPr>
              <a:t>Ibrahim Pasha left Syria and Palestine in 1840 under European guns, not under a local rising. British, Austrian, Russian, Prussian ships on the coast. Charles Napier put Acre into rubble. Sultan Abdülmecid I got the provinces back. The empire that returned was in debt, afraid of Russia, and already borrowing its survival from the same capitals that had just shelled the shore.</a:t>
            </a:r>
          </a:p>
          <a:p>
            <a:pPr>
              <a:spcAft>
                <a:spcPts val="400"/>
              </a:spcAft>
            </a:pPr>
            <a:r>
              <a:rPr sz="850" b="0" i="0">
                <a:solidFill>
                  <a:srgbClr val="2A2218"/>
                </a:solidFill>
                <a:latin typeface="Palatino Linotype"/>
              </a:rPr>
              <a:t>Stratford Canning sat in that gap. British ambassador at the Porte. Crimean War years, 1853–56: troops, ships, Treasury paper. Canning used the paper. Private title. Commercial courts on a European pattern. Legal standing for non-Muslims. November 1856, Âli Pasha slow-walked the file. Canning had him out. Mustafa Reşid Pasha in. An ambassador moving a cabinet while the statutes were still wet.</a:t>
            </a:r>
          </a:p>
          <a:p>
            <a:pPr>
              <a:spcAft>
                <a:spcPts val="400"/>
              </a:spcAft>
            </a:pPr>
            <a:r>
              <a:rPr sz="850" b="0" i="0">
                <a:solidFill>
                  <a:srgbClr val="2A2218"/>
                </a:solidFill>
                <a:latin typeface="Palatino Linotype"/>
              </a:rPr>
              <a:t>Tanzimat. Reorganization. Centerpiece: the Ottoman Land Code of 1858. Ahmed Cevdet Pasha on the drafting bench, Reşid behind him. The brief was tidy. Kill the unwritten مری mīrī habit — state land under peasant use-right, no deed — and issue individual طابو ṭābū / tapu titles. Cut out the ملتزم mültazim, the tax farmer. Collect from the man on the plot.</a:t>
            </a:r>
          </a:p>
          <a:p>
            <a:pPr>
              <a:spcAft>
                <a:spcPts val="400"/>
              </a:spcAft>
            </a:pPr>
            <a:r>
              <a:rPr sz="850" b="0" i="0">
                <a:solidFill>
                  <a:srgbClr val="2A2218"/>
                </a:solidFill>
                <a:latin typeface="Palatino Linotype"/>
              </a:rPr>
              <a:t>The code ran straight into a form of holding the drafters had not designed for. Much of the cultivated land around Palestinian villages was مشاع mushāʿ — shared and periodically redivided among the households of a village according to family size and need, no household anchored to one parcel for more than a few seasons at a time. A European-style individual deed assumed a single fixed owner attached to a single fixed plot in perpetuity. Musha' assumed the opposite: shifting shares in a collective whole, adjusted by custom rather than registry. The registrars had no box on the form for it. A village could either fracture its shared land into individual titles that betrayed the logic of how it had actually farmed for generations, or leave the land off the books entirely and take its chances.</a:t>
            </a:r>
          </a:p>
          <a:p>
            <a:pPr>
              <a:spcAft>
                <a:spcPts val="400"/>
              </a:spcAft>
            </a:pPr>
            <a:r>
              <a:rPr sz="850" b="0" i="0">
                <a:solidFill>
                  <a:srgbClr val="2A2218"/>
                </a:solidFill>
                <a:latin typeface="Palatino Linotype"/>
              </a:rPr>
              <a:t>The registrars reached the villages of Palestine with ledgers. A household in the Judean hills or on the Esdraelon plain had lived through Ibrahim's conscription less than twenty years earlier. When the طابو كاتب ṭābū kâtibi — the tapu clerk — walked into a village square with his survey book and asked for names against dunams, the calculation was not abstract. Registering your own name meant your son's name sat on the same page, ready for the next Balkan or Russian call-up; it meant a tax assessor could find your plot without asking a neighbor first. A man with a book asking names and dunams did not look like a gift. He looked like a draft list. He looked like arrears.</a:t>
            </a:r>
          </a:p>
          <a:p>
            <a:pPr>
              <a:spcAft>
                <a:spcPts val="400"/>
              </a:spcAft>
            </a:pPr>
            <a:r>
              <a:rPr sz="850" b="0" i="0">
                <a:solidFill>
                  <a:srgbClr val="2A2218"/>
                </a:solidFill>
                <a:latin typeface="Palatino Linotype"/>
              </a:rPr>
              <a:t>Villages refused their own names. They walked into Beirut, Damascus, Nablus, Jerusalem and asked a literate notable to put the land under his. Protection in exchange for the line on the page. The notable said yes. Customary holders became tenants the morning the ink dried.</a:t>
            </a:r>
          </a:p>
          <a:p>
            <a:pPr>
              <a:spcAft>
                <a:spcPts val="400"/>
              </a:spcAft>
            </a:pPr>
            <a:r>
              <a:rPr sz="850" b="0" i="0">
                <a:solidFill>
                  <a:srgbClr val="2A2218"/>
                </a:solidFill>
                <a:latin typeface="Palatino Linotype"/>
              </a:rPr>
              <a:t>Urban families ate the countryside. Nablus: Nimr, Touqan, Jarrar. Tiberias: Tabari. Safed: Qadoura, Nahawi. Nazareth: Fahoum. Acre: Shuqayri, Saadi. سلم salam contracts did the rest — cash now against a harvest later, at a discount that did not forgive. Debt became title.</a:t>
            </a:r>
          </a:p>
          <a:p>
            <a:pPr>
              <a:spcAft>
                <a:spcPts val="400"/>
              </a:spcAft>
            </a:pPr>
            <a:r>
              <a:rPr sz="850" b="0" i="0">
                <a:solidFill>
                  <a:srgbClr val="2A2218"/>
                </a:solidFill>
                <a:latin typeface="Palatino Linotype"/>
              </a:rPr>
              <a:t>1872. The Treasury, short, put the Jezreel on the block. مرج ابن عامر Marj Ibn ʿĀmir. Richest plain in the country. The state had spent itself hollow servicing Crimean War debt and Abdülaziz's palace building — Beylerbeyi, Çırağan — and miri land was one of the few assets it could still turn to cash on short notice. The Sursocks of Beirut — Greek Orthodox merchant bankers fattened on Civil War cotton — bought it. Two hundred thousand dunams and the villages on them. About £20,000. They ran it as absentee rentiers from Beirut, never working a furrow themselves, collecting through local agents on مرابعة muraba'a terms — a fixed fraction of each harvest handed up the chain, the same fraction whether the season was good or bad.</a:t>
            </a:r>
          </a:p>
          <a:p>
            <a:pPr>
              <a:spcAft>
                <a:spcPts val="400"/>
              </a:spcAft>
            </a:pPr>
            <a:r>
              <a:rPr sz="850" b="0" i="0">
                <a:solidFill>
                  <a:srgbClr val="2A2218"/>
                </a:solidFill>
                <a:latin typeface="Palatino Linotype"/>
              </a:rPr>
              <a:t>No فلاح fallāḥ who had farmed that soil was in the room. No local paper that an Ottoman court would hear against a registered deed. Fifty years of rent, collected from Beirut. 1921–25, Ottoman gone, Mandate in: Nagib and Albert Sursock sold some eighty thousand acres to the American Zion Commonwealth for close to three-quarters of a million pounds. British Palestine Police arrived in villages like Afuleh and Jinjar to enforce the Beirut signatures against tenant farmers whose families had worked the same fields for generations without a deed to show for it. The men who had given their names away in 1858 to dodge the Sultan's levy left under a deed they had never held.</a:t>
            </a:r>
          </a:p>
          <a:p>
            <a:pPr>
              <a:spcAft>
                <a:spcPts val="400"/>
              </a:spcAft>
            </a:pPr>
            <a:r>
              <a:rPr sz="850" b="0" i="0">
                <a:solidFill>
                  <a:srgbClr val="2A2218"/>
                </a:solidFill>
                <a:latin typeface="Palatino Linotype"/>
              </a:rPr>
              <a:t>Once use becomes collateral, the ledger is the owner.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